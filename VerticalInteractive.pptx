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3152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6"/>
  </p:normalViewPr>
  <p:slideViewPr>
    <p:cSldViewPr snapToGrid="0">
      <p:cViewPr>
        <p:scale>
          <a:sx n="175" d="100"/>
          <a:sy n="175" d="100"/>
        </p:scale>
        <p:origin x="736" y="-6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95078"/>
            <a:ext cx="6217920" cy="445685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6723804"/>
            <a:ext cx="5486400" cy="309075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2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0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3191514"/>
            <a:ext cx="6309360" cy="532510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8567000"/>
            <a:ext cx="6309360" cy="280034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72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3407833"/>
            <a:ext cx="310896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3407833"/>
            <a:ext cx="310896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16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681570"/>
            <a:ext cx="630936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3138171"/>
            <a:ext cx="3094672" cy="153796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4676140"/>
            <a:ext cx="3094672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3138171"/>
            <a:ext cx="3109913" cy="153796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4676140"/>
            <a:ext cx="3109913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51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56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20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853440"/>
            <a:ext cx="2359342" cy="29870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843196"/>
            <a:ext cx="3703320" cy="90974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840480"/>
            <a:ext cx="2359342" cy="711496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43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853440"/>
            <a:ext cx="2359342" cy="298704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843196"/>
            <a:ext cx="3703320" cy="90974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3840480"/>
            <a:ext cx="2359342" cy="711496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2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9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681567"/>
            <a:ext cx="1577340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681567"/>
            <a:ext cx="4640580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681570"/>
            <a:ext cx="630936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3407833"/>
            <a:ext cx="630936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11865189"/>
            <a:ext cx="16459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B2F51-191C-B947-A71C-FD15A5AC18B1}" type="datetimeFigureOut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11865189"/>
            <a:ext cx="246888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11865189"/>
            <a:ext cx="164592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A3441-B53B-244A-900B-01CDAAB91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8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91124-15F5-DCC3-05AC-DA12E60AA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656" y="683480"/>
            <a:ext cx="3344300" cy="11434639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7114B01-7EDB-1840-C9CF-F573AC747314}"/>
              </a:ext>
            </a:extLst>
          </p:cNvPr>
          <p:cNvSpPr/>
          <p:nvPr/>
        </p:nvSpPr>
        <p:spPr>
          <a:xfrm>
            <a:off x="3200400" y="6712857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D6DF45-CFDF-0C27-7995-4C057AC2274B}"/>
              </a:ext>
            </a:extLst>
          </p:cNvPr>
          <p:cNvSpPr/>
          <p:nvPr/>
        </p:nvSpPr>
        <p:spPr>
          <a:xfrm>
            <a:off x="3374571" y="6647545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2CA9DF-8501-ACC4-84E1-AE0998C7BBE0}"/>
              </a:ext>
            </a:extLst>
          </p:cNvPr>
          <p:cNvSpPr/>
          <p:nvPr/>
        </p:nvSpPr>
        <p:spPr>
          <a:xfrm>
            <a:off x="3389088" y="6284688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032FE4-A1B3-76F5-527D-3514E349CD58}"/>
              </a:ext>
            </a:extLst>
          </p:cNvPr>
          <p:cNvSpPr/>
          <p:nvPr/>
        </p:nvSpPr>
        <p:spPr>
          <a:xfrm>
            <a:off x="3418116" y="3563276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A52DEF-4572-DC03-C654-AAD168F7DA17}"/>
              </a:ext>
            </a:extLst>
          </p:cNvPr>
          <p:cNvSpPr/>
          <p:nvPr/>
        </p:nvSpPr>
        <p:spPr>
          <a:xfrm>
            <a:off x="3679370" y="9768116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AB2C0-928C-EEEA-3884-501C05D0AD12}"/>
              </a:ext>
            </a:extLst>
          </p:cNvPr>
          <p:cNvSpPr/>
          <p:nvPr/>
        </p:nvSpPr>
        <p:spPr>
          <a:xfrm>
            <a:off x="3686625" y="11720267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DF92F0D-6F3F-4B75-E145-478EFD6099B8}"/>
              </a:ext>
            </a:extLst>
          </p:cNvPr>
          <p:cNvSpPr/>
          <p:nvPr/>
        </p:nvSpPr>
        <p:spPr>
          <a:xfrm>
            <a:off x="2953654" y="11117928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3A9029-869A-0996-A9DC-4D9E5D7C9F8D}"/>
              </a:ext>
            </a:extLst>
          </p:cNvPr>
          <p:cNvSpPr/>
          <p:nvPr/>
        </p:nvSpPr>
        <p:spPr>
          <a:xfrm>
            <a:off x="3352794" y="10341415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1100E9-B01F-4DCC-3C05-69974F86775E}"/>
              </a:ext>
            </a:extLst>
          </p:cNvPr>
          <p:cNvSpPr/>
          <p:nvPr/>
        </p:nvSpPr>
        <p:spPr>
          <a:xfrm>
            <a:off x="3454403" y="3084306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B9A1EC-FACB-C5B3-DCB1-9CE0FE247FA8}"/>
              </a:ext>
            </a:extLst>
          </p:cNvPr>
          <p:cNvSpPr/>
          <p:nvPr/>
        </p:nvSpPr>
        <p:spPr>
          <a:xfrm>
            <a:off x="3657601" y="5377555"/>
            <a:ext cx="87085" cy="914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EEBE3E-B417-B527-4815-3D3B0F69928F}"/>
              </a:ext>
            </a:extLst>
          </p:cNvPr>
          <p:cNvCxnSpPr>
            <a:cxnSpLocks/>
          </p:cNvCxnSpPr>
          <p:nvPr/>
        </p:nvCxnSpPr>
        <p:spPr>
          <a:xfrm flipV="1">
            <a:off x="3512460" y="1944914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1C4A5A-2D51-8544-45C2-FB1CD8F5040F}"/>
              </a:ext>
            </a:extLst>
          </p:cNvPr>
          <p:cNvCxnSpPr>
            <a:cxnSpLocks/>
          </p:cNvCxnSpPr>
          <p:nvPr/>
        </p:nvCxnSpPr>
        <p:spPr>
          <a:xfrm flipV="1">
            <a:off x="3432630" y="2460905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E1E7870-EB73-B2CC-3F9B-8A726CE4E30E}"/>
              </a:ext>
            </a:extLst>
          </p:cNvPr>
          <p:cNvCxnSpPr>
            <a:cxnSpLocks/>
          </p:cNvCxnSpPr>
          <p:nvPr/>
        </p:nvCxnSpPr>
        <p:spPr>
          <a:xfrm flipV="1">
            <a:off x="3701141" y="4271547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D6C576-C09B-0417-8D37-CDD006898883}"/>
              </a:ext>
            </a:extLst>
          </p:cNvPr>
          <p:cNvCxnSpPr>
            <a:cxnSpLocks/>
          </p:cNvCxnSpPr>
          <p:nvPr/>
        </p:nvCxnSpPr>
        <p:spPr>
          <a:xfrm flipV="1">
            <a:off x="3432630" y="5147476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7B402C0-9CEC-4D26-CC35-7D109462FD9F}"/>
              </a:ext>
            </a:extLst>
          </p:cNvPr>
          <p:cNvCxnSpPr>
            <a:cxnSpLocks/>
          </p:cNvCxnSpPr>
          <p:nvPr/>
        </p:nvCxnSpPr>
        <p:spPr>
          <a:xfrm flipV="1">
            <a:off x="3396336" y="5532084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77889CD-3D73-364B-5C37-1F6815F37242}"/>
              </a:ext>
            </a:extLst>
          </p:cNvPr>
          <p:cNvCxnSpPr>
            <a:cxnSpLocks/>
          </p:cNvCxnSpPr>
          <p:nvPr/>
        </p:nvCxnSpPr>
        <p:spPr>
          <a:xfrm flipH="1" flipV="1">
            <a:off x="1923143" y="5815140"/>
            <a:ext cx="1311069" cy="9500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7F1534-8423-80CD-5FCA-695CB1BC18CB}"/>
              </a:ext>
            </a:extLst>
          </p:cNvPr>
          <p:cNvCxnSpPr>
            <a:cxnSpLocks/>
          </p:cNvCxnSpPr>
          <p:nvPr/>
        </p:nvCxnSpPr>
        <p:spPr>
          <a:xfrm flipH="1" flipV="1">
            <a:off x="2063502" y="9391399"/>
            <a:ext cx="1311069" cy="9500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0E42DB9-0E44-900B-D139-BFF4514525BA}"/>
              </a:ext>
            </a:extLst>
          </p:cNvPr>
          <p:cNvCxnSpPr>
            <a:cxnSpLocks/>
          </p:cNvCxnSpPr>
          <p:nvPr/>
        </p:nvCxnSpPr>
        <p:spPr>
          <a:xfrm flipH="1" flipV="1">
            <a:off x="1707717" y="10213632"/>
            <a:ext cx="1311069" cy="9500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5E327A2-5C28-E180-4926-6AF48C6B74F6}"/>
              </a:ext>
            </a:extLst>
          </p:cNvPr>
          <p:cNvCxnSpPr>
            <a:cxnSpLocks/>
          </p:cNvCxnSpPr>
          <p:nvPr/>
        </p:nvCxnSpPr>
        <p:spPr>
          <a:xfrm flipH="1" flipV="1">
            <a:off x="2389897" y="8836114"/>
            <a:ext cx="1311069" cy="9500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3DB8C2-5AEB-4C36-2D44-8F644E333642}"/>
              </a:ext>
            </a:extLst>
          </p:cNvPr>
          <p:cNvCxnSpPr>
            <a:cxnSpLocks/>
          </p:cNvCxnSpPr>
          <p:nvPr/>
        </p:nvCxnSpPr>
        <p:spPr>
          <a:xfrm flipV="1">
            <a:off x="3722912" y="10597567"/>
            <a:ext cx="1587010" cy="11684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DCCB728-E6B7-264E-24FE-155C8E0334E3}"/>
              </a:ext>
            </a:extLst>
          </p:cNvPr>
          <p:cNvSpPr txBox="1"/>
          <p:nvPr/>
        </p:nvSpPr>
        <p:spPr>
          <a:xfrm>
            <a:off x="5084956" y="1731220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75585D-D677-57D7-2035-27D7CB6568A5}"/>
              </a:ext>
            </a:extLst>
          </p:cNvPr>
          <p:cNvSpPr txBox="1"/>
          <p:nvPr/>
        </p:nvSpPr>
        <p:spPr>
          <a:xfrm>
            <a:off x="5033772" y="227623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2C714B-E755-D8F9-0D63-229D3365F6C0}"/>
              </a:ext>
            </a:extLst>
          </p:cNvPr>
          <p:cNvSpPr txBox="1"/>
          <p:nvPr/>
        </p:nvSpPr>
        <p:spPr>
          <a:xfrm>
            <a:off x="5288151" y="405785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BA11DB-294D-D23F-C0B7-74659AA2719F}"/>
              </a:ext>
            </a:extLst>
          </p:cNvPr>
          <p:cNvSpPr txBox="1"/>
          <p:nvPr/>
        </p:nvSpPr>
        <p:spPr>
          <a:xfrm>
            <a:off x="5004357" y="491709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2701F9-B9FC-72A2-219B-FBCF4D0BB9C3}"/>
              </a:ext>
            </a:extLst>
          </p:cNvPr>
          <p:cNvSpPr txBox="1"/>
          <p:nvPr/>
        </p:nvSpPr>
        <p:spPr>
          <a:xfrm>
            <a:off x="4960817" y="533214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B1F5F1-F243-AB01-F743-A9F5AED47CE8}"/>
              </a:ext>
            </a:extLst>
          </p:cNvPr>
          <p:cNvSpPr txBox="1"/>
          <p:nvPr/>
        </p:nvSpPr>
        <p:spPr>
          <a:xfrm>
            <a:off x="1595809" y="554702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499617-1D7D-D945-64E4-930D026C151F}"/>
              </a:ext>
            </a:extLst>
          </p:cNvPr>
          <p:cNvSpPr txBox="1"/>
          <p:nvPr/>
        </p:nvSpPr>
        <p:spPr>
          <a:xfrm>
            <a:off x="2074009" y="8614886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912129-9549-8F09-2F22-72C83E73C90F}"/>
              </a:ext>
            </a:extLst>
          </p:cNvPr>
          <p:cNvSpPr txBox="1"/>
          <p:nvPr/>
        </p:nvSpPr>
        <p:spPr>
          <a:xfrm>
            <a:off x="1685419" y="9180162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0FA3F7-F321-6543-DD8B-636F4648BB5A}"/>
              </a:ext>
            </a:extLst>
          </p:cNvPr>
          <p:cNvSpPr txBox="1"/>
          <p:nvPr/>
        </p:nvSpPr>
        <p:spPr>
          <a:xfrm>
            <a:off x="1384871" y="9988424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BD36BF-E749-B1FA-E485-8C896C675283}"/>
              </a:ext>
            </a:extLst>
          </p:cNvPr>
          <p:cNvSpPr txBox="1"/>
          <p:nvPr/>
        </p:nvSpPr>
        <p:spPr>
          <a:xfrm>
            <a:off x="5237402" y="10357756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84072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218</TotalTime>
  <Words>10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Christen Mancini</dc:creator>
  <cp:lastModifiedBy>Christen Mancini</cp:lastModifiedBy>
  <cp:revision>1</cp:revision>
  <dcterms:created xsi:type="dcterms:W3CDTF">2026-05-22T15:01:41Z</dcterms:created>
  <dcterms:modified xsi:type="dcterms:W3CDTF">2026-05-22T18:39:45Z</dcterms:modified>
</cp:coreProperties>
</file>